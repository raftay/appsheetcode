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Lst>
  <p:notesMasterIdLst>
    <p:notesMasterId r:id="rId7"/>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notesMaster" Target="notesMasters/notesMaster1.xml"/><Relationship Id="rId8" Type="http://schemas.openxmlformats.org/officeDocument/2006/relationships/presProps" Target="presProps.xml"/><Relationship Id="rId9" Type="http://schemas.openxmlformats.org/officeDocument/2006/relationships/viewProps" Target="viewProps.xml"/><Relationship Id="rId10" Type="http://schemas.openxmlformats.org/officeDocument/2006/relationships/theme" Target="theme/theme1.xml"/><Relationship Id="rId1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LAYOUT: L_COVER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LAYOUT: L_COMMENT_IMAGE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LAYOUT: L_FULL_IMAGE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LAYOUT: L_SECTION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LAYOUT: L_README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11E6A"/>
        </a:solidFill>
      </p:bgPr>
    </p:bg>
    <p:spTree>
      <p:nvGrpSpPr>
        <p:cNvPr id="1" name=""/>
        <p:cNvGrpSpPr/>
        <p:nvPr/>
      </p:nvGrpSpPr>
      <p:grpSpPr>
        <a:xfrm>
          <a:off x="0" y="0"/>
          <a:ext cx="0" cy="0"/>
          <a:chOff x="0" y="0"/>
          <a:chExt cx="0" cy="0"/>
        </a:xfrm>
      </p:grpSpPr>
      <p:sp>
        <p:nvSpPr>
          <p:cNvPr id="2" name="Text 0"/>
          <p:cNvSpPr/>
          <p:nvPr/>
        </p:nvSpPr>
        <p:spPr>
          <a:xfrm>
            <a:off x="640080" y="1691640"/>
            <a:ext cx="7863840" cy="822960"/>
          </a:xfrm>
          <a:prstGeom prst="rect">
            <a:avLst/>
          </a:prstGeom>
          <a:noFill/>
          <a:ln/>
        </p:spPr>
        <p:txBody>
          <a:bodyPr wrap="square" lIns="0" tIns="0" rIns="0" bIns="0" rtlCol="0" anchor="b"/>
          <a:lstStyle/>
          <a:p>
            <a:pPr indent="0" marL="0">
              <a:buNone/>
            </a:pPr>
            <a:r>
              <a:rPr lang="en-US" sz="4000" b="1" dirty="0">
                <a:solidFill>
                  <a:srgbClr val="FFFFFF"/>
                </a:solidFill>
                <a:latin typeface="Archivo" pitchFamily="34" charset="0"/>
                <a:ea typeface="Archivo" pitchFamily="34" charset="-122"/>
                <a:cs typeface="Archivo" pitchFamily="34" charset="-120"/>
              </a:rPr>
              <a:t>{{DECK_TITLE}}</a:t>
            </a:r>
            <a:endParaRPr lang="en-US" sz="4000" dirty="0"/>
          </a:p>
        </p:txBody>
      </p:sp>
      <p:sp>
        <p:nvSpPr>
          <p:cNvPr id="3" name="Text 1"/>
          <p:cNvSpPr/>
          <p:nvPr/>
        </p:nvSpPr>
        <p:spPr>
          <a:xfrm>
            <a:off x="640080" y="2560320"/>
            <a:ext cx="7863840" cy="457200"/>
          </a:xfrm>
          <a:prstGeom prst="rect">
            <a:avLst/>
          </a:prstGeom>
          <a:noFill/>
          <a:ln/>
        </p:spPr>
        <p:txBody>
          <a:bodyPr wrap="square" lIns="0" tIns="0" rIns="0" bIns="0" rtlCol="0" anchor="t"/>
          <a:lstStyle/>
          <a:p>
            <a:pPr indent="0" marL="0">
              <a:buNone/>
            </a:pPr>
            <a:r>
              <a:rPr lang="en-US" sz="1600" dirty="0">
                <a:solidFill>
                  <a:srgbClr val="7CD3FF"/>
                </a:solidFill>
                <a:latin typeface="Inter" pitchFamily="34" charset="0"/>
                <a:ea typeface="Inter" pitchFamily="34" charset="-122"/>
                <a:cs typeface="Inter" pitchFamily="34" charset="-120"/>
              </a:rPr>
              <a:t>{{DECK_SUB}}</a:t>
            </a:r>
            <a:endParaRPr lang="en-US" sz="1600" dirty="0"/>
          </a:p>
        </p:txBody>
      </p:sp>
      <p:sp>
        <p:nvSpPr>
          <p:cNvPr id="4" name="Text 2"/>
          <p:cNvSpPr/>
          <p:nvPr/>
        </p:nvSpPr>
        <p:spPr>
          <a:xfrm>
            <a:off x="7498080" y="4572000"/>
            <a:ext cx="1371600" cy="292608"/>
          </a:xfrm>
          <a:prstGeom prst="rect">
            <a:avLst/>
          </a:prstGeom>
          <a:noFill/>
          <a:ln/>
        </p:spPr>
        <p:txBody>
          <a:bodyPr wrap="square" lIns="0" tIns="0" rIns="0" bIns="0" rtlCol="0" anchor="ctr"/>
          <a:lstStyle/>
          <a:p>
            <a:pPr algn="r" indent="0" marL="0">
              <a:buNone/>
            </a:pPr>
            <a:r>
              <a:rPr lang="en-US" sz="1400" b="1" spc="100" kern="0" dirty="0">
                <a:solidFill>
                  <a:srgbClr val="FFFFFF"/>
                </a:solidFill>
                <a:latin typeface="Archivo" pitchFamily="34" charset="0"/>
                <a:ea typeface="Archivo" pitchFamily="34" charset="-122"/>
                <a:cs typeface="Archivo" pitchFamily="34" charset="-120"/>
              </a:rPr>
              <a:t>AMRIZE</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301752" y="164592"/>
            <a:ext cx="7680960" cy="502920"/>
          </a:xfrm>
          <a:prstGeom prst="rect">
            <a:avLst/>
          </a:prstGeom>
          <a:noFill/>
          <a:ln/>
        </p:spPr>
        <p:txBody>
          <a:bodyPr wrap="square" lIns="0" tIns="0" rIns="0" bIns="0" rtlCol="0" anchor="ctr"/>
          <a:lstStyle/>
          <a:p>
            <a:pPr indent="0" marL="0">
              <a:buNone/>
            </a:pPr>
            <a:r>
              <a:rPr lang="en-US" sz="2600" b="1" dirty="0">
                <a:solidFill>
                  <a:srgbClr val="011E6A"/>
                </a:solidFill>
                <a:latin typeface="Archivo" pitchFamily="34" charset="0"/>
                <a:ea typeface="Archivo" pitchFamily="34" charset="-122"/>
                <a:cs typeface="Archivo" pitchFamily="34" charset="-120"/>
              </a:rPr>
              <a:t>{{TITLE}}</a:t>
            </a:r>
            <a:endParaRPr lang="en-US" sz="2600" dirty="0"/>
          </a:p>
        </p:txBody>
      </p:sp>
      <p:sp>
        <p:nvSpPr>
          <p:cNvPr id="3" name="Text 1"/>
          <p:cNvSpPr/>
          <p:nvPr/>
        </p:nvSpPr>
        <p:spPr>
          <a:xfrm>
            <a:off x="228600" y="731520"/>
            <a:ext cx="2468880" cy="3794760"/>
          </a:xfrm>
          <a:prstGeom prst="roundRect">
            <a:avLst>
              <a:gd name="adj" fmla="val 2222"/>
            </a:avLst>
          </a:prstGeom>
          <a:solidFill>
            <a:srgbClr val="EEF7FF"/>
          </a:solidFill>
          <a:ln w="12700">
            <a:solidFill>
              <a:srgbClr val="7CD3FF"/>
            </a:solidFill>
          </a:ln>
        </p:spPr>
        <p:txBody>
          <a:bodyPr wrap="square" lIns="101600" tIns="101600" rIns="101600" bIns="101600" rtlCol="0" anchor="t"/>
          <a:lstStyle/>
          <a:p>
            <a:pPr algn="l" indent="0" marL="0">
              <a:buNone/>
            </a:pPr>
            <a:r>
              <a:rPr lang="en-US" sz="1000" dirty="0">
                <a:solidFill>
                  <a:srgbClr val="5C6B82"/>
                </a:solidFill>
                <a:latin typeface="Inter" pitchFamily="34" charset="0"/>
                <a:ea typeface="Inter" pitchFamily="34" charset="-122"/>
                <a:cs typeface="Inter" pitchFamily="34" charset="-120"/>
              </a:rPr>
              <a:t>{{COMMENT}}</a:t>
            </a:r>
            <a:endParaRPr lang="en-US" sz="1000" dirty="0"/>
          </a:p>
        </p:txBody>
      </p:sp>
      <p:sp>
        <p:nvSpPr>
          <p:cNvPr id="4" name="Text 2"/>
          <p:cNvSpPr/>
          <p:nvPr/>
        </p:nvSpPr>
        <p:spPr>
          <a:xfrm>
            <a:off x="2834640" y="658368"/>
            <a:ext cx="6080760" cy="3886200"/>
          </a:xfrm>
          <a:prstGeom prst="rect">
            <a:avLst/>
          </a:prstGeom>
          <a:solidFill>
            <a:srgbClr val="FFFFFF"/>
          </a:solidFill>
          <a:ln w="12700">
            <a:solidFill>
              <a:srgbClr val="7CD3FF"/>
            </a:solidFill>
            <a:prstDash val="dash"/>
          </a:ln>
        </p:spPr>
        <p:txBody>
          <a:bodyPr wrap="square" lIns="0" tIns="0" rIns="0" bIns="0" rtlCol="0" anchor="ctr"/>
          <a:lstStyle/>
          <a:p>
            <a:pPr algn="ctr" indent="0" marL="0">
              <a:buNone/>
            </a:pPr>
            <a:r>
              <a:rPr lang="en-US" sz="1100" b="1" dirty="0">
                <a:solidFill>
                  <a:srgbClr val="0F4FD6"/>
                </a:solidFill>
                <a:latin typeface="Inter" pitchFamily="34" charset="0"/>
                <a:ea typeface="Inter" pitchFamily="34" charset="-122"/>
                <a:cs typeface="Inter" pitchFamily="34" charset="-120"/>
              </a:rPr>
              <a:t>{{IMAGE}}</a:t>
            </a:r>
            <a:endParaRPr lang="en-US" sz="1100" dirty="0"/>
          </a:p>
          <a:p>
            <a:pPr algn="ctr" indent="0" marL="0">
              <a:buNone/>
            </a:pPr>
            <a:r>
              <a:rPr lang="en-US" sz="800" dirty="0">
                <a:solidFill>
                  <a:srgbClr val="5C6B82"/>
                </a:solidFill>
                <a:latin typeface="Inter" pitchFamily="34" charset="0"/>
                <a:ea typeface="Inter" pitchFamily="34" charset="-122"/>
                <a:cs typeface="Inter" pitchFamily="34" charset="-120"/>
              </a:rPr>
              <a:t>Move or resize this box — the table / chart lands exactly here</a:t>
            </a:r>
            <a:endParaRPr lang="en-US" sz="1100" dirty="0"/>
          </a:p>
        </p:txBody>
      </p:sp>
      <p:sp>
        <p:nvSpPr>
          <p:cNvPr id="5" name="Text 3"/>
          <p:cNvSpPr/>
          <p:nvPr/>
        </p:nvSpPr>
        <p:spPr>
          <a:xfrm>
            <a:off x="301752" y="4700016"/>
            <a:ext cx="640080" cy="237744"/>
          </a:xfrm>
          <a:prstGeom prst="rect">
            <a:avLst/>
          </a:prstGeom>
          <a:noFill/>
          <a:ln/>
        </p:spPr>
        <p:txBody>
          <a:bodyPr wrap="square" lIns="0" tIns="0" rIns="0" bIns="0" rtlCol="0" anchor="ctr"/>
          <a:lstStyle/>
          <a:p>
            <a:pPr indent="0" marL="0">
              <a:buNone/>
            </a:pPr>
            <a:r>
              <a:rPr lang="en-US" sz="900" dirty="0">
                <a:solidFill>
                  <a:srgbClr val="5C6B82"/>
                </a:solidFill>
                <a:latin typeface="Inter" pitchFamily="34" charset="0"/>
                <a:ea typeface="Inter" pitchFamily="34" charset="-122"/>
                <a:cs typeface="Inter" pitchFamily="34" charset="-120"/>
              </a:rPr>
              <a:t>{{PAGE}}</a:t>
            </a:r>
            <a:endParaRPr lang="en-US" sz="900" dirty="0"/>
          </a:p>
        </p:txBody>
      </p:sp>
      <p:sp>
        <p:nvSpPr>
          <p:cNvPr id="6" name="Text 4"/>
          <p:cNvSpPr/>
          <p:nvPr/>
        </p:nvSpPr>
        <p:spPr>
          <a:xfrm>
            <a:off x="2286000" y="4754880"/>
            <a:ext cx="4572000" cy="201168"/>
          </a:xfrm>
          <a:prstGeom prst="rect">
            <a:avLst/>
          </a:prstGeom>
          <a:noFill/>
          <a:ln/>
        </p:spPr>
        <p:txBody>
          <a:bodyPr wrap="square" lIns="0" tIns="0" rIns="0" bIns="0" rtlCol="0" anchor="ctr"/>
          <a:lstStyle/>
          <a:p>
            <a:pPr algn="ctr" indent="0" marL="0">
              <a:buNone/>
            </a:pPr>
            <a:r>
              <a:rPr lang="en-US" sz="700" b="1" dirty="0">
                <a:solidFill>
                  <a:srgbClr val="B23A48"/>
                </a:solidFill>
                <a:latin typeface="Inter" pitchFamily="34" charset="0"/>
                <a:ea typeface="Inter" pitchFamily="34" charset="-122"/>
                <a:cs typeface="Inter" pitchFamily="34" charset="-120"/>
              </a:rPr>
              <a:t>Private &amp; Confidential — CAN Internal (Not for circulation)</a:t>
            </a:r>
            <a:endParaRPr lang="en-US" sz="700" dirty="0"/>
          </a:p>
        </p:txBody>
      </p:sp>
      <p:sp>
        <p:nvSpPr>
          <p:cNvPr id="7" name="Text 5"/>
          <p:cNvSpPr/>
          <p:nvPr/>
        </p:nvSpPr>
        <p:spPr>
          <a:xfrm>
            <a:off x="7498080" y="4626864"/>
            <a:ext cx="1371600" cy="292608"/>
          </a:xfrm>
          <a:prstGeom prst="rect">
            <a:avLst/>
          </a:prstGeom>
          <a:noFill/>
          <a:ln/>
        </p:spPr>
        <p:txBody>
          <a:bodyPr wrap="square" lIns="0" tIns="0" rIns="0" bIns="0" rtlCol="0" anchor="ctr"/>
          <a:lstStyle/>
          <a:p>
            <a:pPr algn="r" indent="0" marL="0">
              <a:buNone/>
            </a:pPr>
            <a:r>
              <a:rPr lang="en-US" sz="1400" b="1" spc="100" kern="0" dirty="0">
                <a:solidFill>
                  <a:srgbClr val="011E6A"/>
                </a:solidFill>
                <a:latin typeface="Archivo" pitchFamily="34" charset="0"/>
                <a:ea typeface="Archivo" pitchFamily="34" charset="-122"/>
                <a:cs typeface="Archivo" pitchFamily="34" charset="-120"/>
              </a:rPr>
              <a:t>AMRIZE</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301752" y="164592"/>
            <a:ext cx="7680960" cy="502920"/>
          </a:xfrm>
          <a:prstGeom prst="rect">
            <a:avLst/>
          </a:prstGeom>
          <a:noFill/>
          <a:ln/>
        </p:spPr>
        <p:txBody>
          <a:bodyPr wrap="square" lIns="0" tIns="0" rIns="0" bIns="0" rtlCol="0" anchor="ctr"/>
          <a:lstStyle/>
          <a:p>
            <a:pPr indent="0" marL="0">
              <a:buNone/>
            </a:pPr>
            <a:r>
              <a:rPr lang="en-US" sz="2600" b="1" dirty="0">
                <a:solidFill>
                  <a:srgbClr val="011E6A"/>
                </a:solidFill>
                <a:latin typeface="Archivo" pitchFamily="34" charset="0"/>
                <a:ea typeface="Archivo" pitchFamily="34" charset="-122"/>
                <a:cs typeface="Archivo" pitchFamily="34" charset="-120"/>
              </a:rPr>
              <a:t>{{TITLE}}</a:t>
            </a:r>
            <a:endParaRPr lang="en-US" sz="2600" dirty="0"/>
          </a:p>
        </p:txBody>
      </p:sp>
      <p:sp>
        <p:nvSpPr>
          <p:cNvPr id="3" name="Text 1"/>
          <p:cNvSpPr/>
          <p:nvPr/>
        </p:nvSpPr>
        <p:spPr>
          <a:xfrm>
            <a:off x="228600" y="731520"/>
            <a:ext cx="8686800" cy="3794760"/>
          </a:xfrm>
          <a:prstGeom prst="rect">
            <a:avLst/>
          </a:prstGeom>
          <a:solidFill>
            <a:srgbClr val="FFFFFF"/>
          </a:solidFill>
          <a:ln w="12700">
            <a:solidFill>
              <a:srgbClr val="7CD3FF"/>
            </a:solidFill>
            <a:prstDash val="dash"/>
          </a:ln>
        </p:spPr>
        <p:txBody>
          <a:bodyPr wrap="square" lIns="0" tIns="0" rIns="0" bIns="0" rtlCol="0" anchor="ctr"/>
          <a:lstStyle/>
          <a:p>
            <a:pPr algn="ctr" indent="0" marL="0">
              <a:buNone/>
            </a:pPr>
            <a:r>
              <a:rPr lang="en-US" sz="1100" b="1" dirty="0">
                <a:solidFill>
                  <a:srgbClr val="0F4FD6"/>
                </a:solidFill>
                <a:latin typeface="Inter" pitchFamily="34" charset="0"/>
                <a:ea typeface="Inter" pitchFamily="34" charset="-122"/>
                <a:cs typeface="Inter" pitchFamily="34" charset="-120"/>
              </a:rPr>
              <a:t>{{IMAGE}}</a:t>
            </a:r>
            <a:endParaRPr lang="en-US" sz="1100" dirty="0"/>
          </a:p>
          <a:p>
            <a:pPr algn="ctr" indent="0" marL="0">
              <a:buNone/>
            </a:pPr>
            <a:r>
              <a:rPr lang="en-US" sz="800" dirty="0">
                <a:solidFill>
                  <a:srgbClr val="5C6B82"/>
                </a:solidFill>
                <a:latin typeface="Inter" pitchFamily="34" charset="0"/>
                <a:ea typeface="Inter" pitchFamily="34" charset="-122"/>
                <a:cs typeface="Inter" pitchFamily="34" charset="-120"/>
              </a:rPr>
              <a:t>Move or resize this box — the table / chart lands exactly here</a:t>
            </a:r>
            <a:endParaRPr lang="en-US" sz="1100" dirty="0"/>
          </a:p>
        </p:txBody>
      </p:sp>
      <p:sp>
        <p:nvSpPr>
          <p:cNvPr id="4" name="Text 2"/>
          <p:cNvSpPr/>
          <p:nvPr/>
        </p:nvSpPr>
        <p:spPr>
          <a:xfrm>
            <a:off x="301752" y="4700016"/>
            <a:ext cx="640080" cy="237744"/>
          </a:xfrm>
          <a:prstGeom prst="rect">
            <a:avLst/>
          </a:prstGeom>
          <a:noFill/>
          <a:ln/>
        </p:spPr>
        <p:txBody>
          <a:bodyPr wrap="square" lIns="0" tIns="0" rIns="0" bIns="0" rtlCol="0" anchor="ctr"/>
          <a:lstStyle/>
          <a:p>
            <a:pPr indent="0" marL="0">
              <a:buNone/>
            </a:pPr>
            <a:r>
              <a:rPr lang="en-US" sz="900" dirty="0">
                <a:solidFill>
                  <a:srgbClr val="5C6B82"/>
                </a:solidFill>
                <a:latin typeface="Inter" pitchFamily="34" charset="0"/>
                <a:ea typeface="Inter" pitchFamily="34" charset="-122"/>
                <a:cs typeface="Inter" pitchFamily="34" charset="-120"/>
              </a:rPr>
              <a:t>{{PAGE}}</a:t>
            </a:r>
            <a:endParaRPr lang="en-US" sz="900" dirty="0"/>
          </a:p>
        </p:txBody>
      </p:sp>
      <p:sp>
        <p:nvSpPr>
          <p:cNvPr id="5" name="Text 3"/>
          <p:cNvSpPr/>
          <p:nvPr/>
        </p:nvSpPr>
        <p:spPr>
          <a:xfrm>
            <a:off x="7498080" y="4626864"/>
            <a:ext cx="1371600" cy="292608"/>
          </a:xfrm>
          <a:prstGeom prst="rect">
            <a:avLst/>
          </a:prstGeom>
          <a:noFill/>
          <a:ln/>
        </p:spPr>
        <p:txBody>
          <a:bodyPr wrap="square" lIns="0" tIns="0" rIns="0" bIns="0" rtlCol="0" anchor="ctr"/>
          <a:lstStyle/>
          <a:p>
            <a:pPr algn="r" indent="0" marL="0">
              <a:buNone/>
            </a:pPr>
            <a:r>
              <a:rPr lang="en-US" sz="1400" b="1" spc="100" kern="0" dirty="0">
                <a:solidFill>
                  <a:srgbClr val="011E6A"/>
                </a:solidFill>
                <a:latin typeface="Archivo" pitchFamily="34" charset="0"/>
                <a:ea typeface="Archivo" pitchFamily="34" charset="-122"/>
                <a:cs typeface="Archivo" pitchFamily="34" charset="-120"/>
              </a:rPr>
              <a:t>AMRIZE</a:t>
            </a:r>
            <a:endParaRPr lang="en-US"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EEF7FF"/>
          </a:solidFill>
          <a:ln/>
        </p:spPr>
      </p:sp>
      <p:sp>
        <p:nvSpPr>
          <p:cNvPr id="3" name="Text 1"/>
          <p:cNvSpPr/>
          <p:nvPr/>
        </p:nvSpPr>
        <p:spPr>
          <a:xfrm>
            <a:off x="640080" y="2057400"/>
            <a:ext cx="7863840" cy="777240"/>
          </a:xfrm>
          <a:prstGeom prst="rect">
            <a:avLst/>
          </a:prstGeom>
          <a:noFill/>
          <a:ln/>
        </p:spPr>
        <p:txBody>
          <a:bodyPr wrap="square" lIns="0" tIns="0" rIns="0" bIns="0" rtlCol="0" anchor="ctr"/>
          <a:lstStyle/>
          <a:p>
            <a:pPr indent="0" marL="0">
              <a:buNone/>
            </a:pPr>
            <a:r>
              <a:rPr lang="en-US" sz="3400" b="1" dirty="0">
                <a:solidFill>
                  <a:srgbClr val="011E6A"/>
                </a:solidFill>
                <a:latin typeface="Archivo" pitchFamily="34" charset="0"/>
                <a:ea typeface="Archivo" pitchFamily="34" charset="-122"/>
                <a:cs typeface="Archivo" pitchFamily="34" charset="-120"/>
              </a:rPr>
              <a:t>{{TITLE}}</a:t>
            </a:r>
            <a:endParaRPr lang="en-US" sz="3400" dirty="0"/>
          </a:p>
        </p:txBody>
      </p:sp>
      <p:sp>
        <p:nvSpPr>
          <p:cNvPr id="4" name="Text 2"/>
          <p:cNvSpPr/>
          <p:nvPr/>
        </p:nvSpPr>
        <p:spPr>
          <a:xfrm>
            <a:off x="658368" y="2834640"/>
            <a:ext cx="7863840" cy="365760"/>
          </a:xfrm>
          <a:prstGeom prst="rect">
            <a:avLst/>
          </a:prstGeom>
          <a:noFill/>
          <a:ln/>
        </p:spPr>
        <p:txBody>
          <a:bodyPr wrap="square" lIns="0" tIns="0" rIns="0" bIns="0" rtlCol="0" anchor="t"/>
          <a:lstStyle/>
          <a:p>
            <a:pPr indent="0" marL="0">
              <a:buNone/>
            </a:pPr>
            <a:r>
              <a:rPr lang="en-US" sz="1300" dirty="0">
                <a:solidFill>
                  <a:srgbClr val="5C6B82"/>
                </a:solidFill>
                <a:latin typeface="Inter" pitchFamily="34" charset="0"/>
                <a:ea typeface="Inter" pitchFamily="34" charset="-122"/>
                <a:cs typeface="Inter" pitchFamily="34" charset="-120"/>
              </a:rPr>
              <a:t>{{DECK_SUB}}</a:t>
            </a:r>
            <a:endParaRPr lang="en-US" sz="1300" dirty="0"/>
          </a:p>
        </p:txBody>
      </p:sp>
      <p:sp>
        <p:nvSpPr>
          <p:cNvPr id="5" name="Text 3"/>
          <p:cNvSpPr/>
          <p:nvPr/>
        </p:nvSpPr>
        <p:spPr>
          <a:xfrm>
            <a:off x="301752" y="4700016"/>
            <a:ext cx="640080" cy="237744"/>
          </a:xfrm>
          <a:prstGeom prst="rect">
            <a:avLst/>
          </a:prstGeom>
          <a:noFill/>
          <a:ln/>
        </p:spPr>
        <p:txBody>
          <a:bodyPr wrap="square" lIns="0" tIns="0" rIns="0" bIns="0" rtlCol="0" anchor="ctr"/>
          <a:lstStyle/>
          <a:p>
            <a:pPr indent="0" marL="0">
              <a:buNone/>
            </a:pPr>
            <a:r>
              <a:rPr lang="en-US" sz="900" dirty="0">
                <a:solidFill>
                  <a:srgbClr val="5C6B82"/>
                </a:solidFill>
                <a:latin typeface="Inter" pitchFamily="34" charset="0"/>
                <a:ea typeface="Inter" pitchFamily="34" charset="-122"/>
                <a:cs typeface="Inter" pitchFamily="34" charset="-120"/>
              </a:rPr>
              <a:t>{{PAGE}}</a:t>
            </a:r>
            <a:endParaRPr lang="en-US" sz="900" dirty="0"/>
          </a:p>
        </p:txBody>
      </p:sp>
      <p:sp>
        <p:nvSpPr>
          <p:cNvPr id="6" name="Text 4"/>
          <p:cNvSpPr/>
          <p:nvPr/>
        </p:nvSpPr>
        <p:spPr>
          <a:xfrm>
            <a:off x="7498080" y="4626864"/>
            <a:ext cx="1371600" cy="292608"/>
          </a:xfrm>
          <a:prstGeom prst="rect">
            <a:avLst/>
          </a:prstGeom>
          <a:noFill/>
          <a:ln/>
        </p:spPr>
        <p:txBody>
          <a:bodyPr wrap="square" lIns="0" tIns="0" rIns="0" bIns="0" rtlCol="0" anchor="ctr"/>
          <a:lstStyle/>
          <a:p>
            <a:pPr algn="r" indent="0" marL="0">
              <a:buNone/>
            </a:pPr>
            <a:r>
              <a:rPr lang="en-US" sz="1400" b="1" spc="100" kern="0" dirty="0">
                <a:solidFill>
                  <a:srgbClr val="011E6A"/>
                </a:solidFill>
                <a:latin typeface="Archivo" pitchFamily="34" charset="0"/>
                <a:ea typeface="Archivo" pitchFamily="34" charset="-122"/>
                <a:cs typeface="Archivo" pitchFamily="34" charset="-120"/>
              </a:rPr>
              <a:t>AMRIZE</a:t>
            </a:r>
            <a:endParaRPr lang="en-US" sz="1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11480" y="274320"/>
            <a:ext cx="8321040" cy="457200"/>
          </a:xfrm>
          <a:prstGeom prst="rect">
            <a:avLst/>
          </a:prstGeom>
          <a:noFill/>
          <a:ln/>
        </p:spPr>
        <p:txBody>
          <a:bodyPr wrap="square" lIns="0" tIns="0" rIns="0" bIns="0" rtlCol="0" anchor="ctr"/>
          <a:lstStyle/>
          <a:p>
            <a:pPr indent="0" marL="0">
              <a:buNone/>
            </a:pPr>
            <a:r>
              <a:rPr lang="en-US" sz="2400" b="1" dirty="0">
                <a:solidFill>
                  <a:srgbClr val="011E6A"/>
                </a:solidFill>
                <a:latin typeface="Archivo" pitchFamily="34" charset="0"/>
                <a:ea typeface="Archivo" pitchFamily="34" charset="-122"/>
                <a:cs typeface="Archivo" pitchFamily="34" charset="-120"/>
              </a:rPr>
              <a:t>How this template works</a:t>
            </a:r>
            <a:endParaRPr lang="en-US" sz="2400" dirty="0"/>
          </a:p>
        </p:txBody>
      </p:sp>
      <p:sp>
        <p:nvSpPr>
          <p:cNvPr id="3" name="Text 1"/>
          <p:cNvSpPr/>
          <p:nvPr/>
        </p:nvSpPr>
        <p:spPr>
          <a:xfrm>
            <a:off x="411480" y="868680"/>
            <a:ext cx="8321040" cy="3749040"/>
          </a:xfrm>
          <a:prstGeom prst="rect">
            <a:avLst/>
          </a:prstGeom>
          <a:noFill/>
          <a:ln/>
        </p:spPr>
        <p:txBody>
          <a:bodyPr wrap="square" lIns="0" tIns="0" rIns="0" bIns="0" rtlCol="0" anchor="t"/>
          <a:lstStyle/>
          <a:p>
            <a:pPr indent="0" marL="0">
              <a:spcAft>
                <a:spcPts val="1000"/>
              </a:spcAft>
              <a:buNone/>
            </a:pPr>
            <a:r>
              <a:rPr lang="en-US" sz="1100" dirty="0">
                <a:solidFill>
                  <a:srgbClr val="16243B"/>
                </a:solidFill>
                <a:latin typeface="Inter" pitchFamily="34" charset="0"/>
                <a:ea typeface="Inter" pitchFamily="34" charset="-122"/>
                <a:cs typeface="Inter" pitchFamily="34" charset="-120"/>
              </a:rPr>
              <a:t>Each slide above is a LAYOUT, not a report slide. The Deck Builder copies this file, then duplicates the layout it needs for every report slide and fills in the tokens. These five slides are deleted from the generated deck.</a:t>
            </a:r>
            <a:endParaRPr lang="en-US" sz="1100" dirty="0"/>
          </a:p>
          <a:p>
            <a:pPr indent="0" marL="0">
              <a:spcAft>
                <a:spcPts val="600"/>
              </a:spcAft>
              <a:buNone/>
            </a:pPr>
            <a:r>
              <a:rPr lang="en-US" sz="1200" b="1" dirty="0">
                <a:solidFill>
                  <a:srgbClr val="011E6A"/>
                </a:solidFill>
                <a:latin typeface="Inter" pitchFamily="34" charset="0"/>
                <a:ea typeface="Inter" pitchFamily="34" charset="-122"/>
                <a:cs typeface="Inter" pitchFamily="34" charset="-120"/>
              </a:rPr>
              <a:t>Safe to change — the builder follows you:</a:t>
            </a:r>
            <a:endParaRPr lang="en-US" sz="1100" dirty="0"/>
          </a:p>
          <a:p>
            <a:pPr marL="342900" indent="-342900">
              <a:spcAft>
                <a:spcPts val="300"/>
              </a:spcAft>
              <a:buSzPct val="100000"/>
              <a:buChar char="•"/>
            </a:pPr>
            <a:r>
              <a:rPr lang="en-US" sz="1050" dirty="0">
                <a:solidFill>
                  <a:srgbClr val="16243B"/>
                </a:solidFill>
                <a:latin typeface="Inter" pitchFamily="34" charset="0"/>
                <a:ea typeface="Inter" pitchFamily="34" charset="-122"/>
                <a:cs typeface="Inter" pitchFamily="34" charset="-120"/>
              </a:rPr>
              <a:t>Move, resize or restyle any box — the picture is measured into the image box wherever you put it</a:t>
            </a:r>
            <a:endParaRPr lang="en-US" sz="1100" dirty="0"/>
          </a:p>
          <a:p>
            <a:pPr marL="342900" indent="-342900">
              <a:spcAft>
                <a:spcPts val="300"/>
              </a:spcAft>
              <a:buSzPct val="100000"/>
              <a:buChar char="•"/>
            </a:pPr>
            <a:r>
              <a:rPr lang="en-US" sz="1050" dirty="0">
                <a:solidFill>
                  <a:srgbClr val="16243B"/>
                </a:solidFill>
                <a:latin typeface="Inter" pitchFamily="34" charset="0"/>
                <a:ea typeface="Inter" pitchFamily="34" charset="-122"/>
                <a:cs typeface="Inter" pitchFamily="34" charset="-120"/>
              </a:rPr>
              <a:t>Change fonts, colours, the logo, the footer, the confidential line</a:t>
            </a:r>
            <a:endParaRPr lang="en-US" sz="1100" dirty="0"/>
          </a:p>
          <a:p>
            <a:pPr marL="342900" indent="-342900">
              <a:spcAft>
                <a:spcPts val="1000"/>
              </a:spcAft>
              <a:buSzPct val="100000"/>
              <a:buChar char="•"/>
            </a:pPr>
            <a:r>
              <a:rPr lang="en-US" sz="1050" dirty="0">
                <a:solidFill>
                  <a:srgbClr val="16243B"/>
                </a:solidFill>
                <a:latin typeface="Inter" pitchFamily="34" charset="0"/>
                <a:ea typeface="Inter" pitchFamily="34" charset="-122"/>
                <a:cs typeface="Inter" pitchFamily="34" charset="-120"/>
              </a:rPr>
              <a:t>Add your own layouts — copy a slide, give it a new LAYOUT id in the speaker notes</a:t>
            </a:r>
            <a:endParaRPr lang="en-US" sz="1100" dirty="0"/>
          </a:p>
          <a:p>
            <a:pPr indent="0" marL="0">
              <a:spcAft>
                <a:spcPts val="600"/>
              </a:spcAft>
              <a:buNone/>
            </a:pPr>
            <a:r>
              <a:rPr lang="en-US" sz="1200" b="1" dirty="0">
                <a:solidFill>
                  <a:srgbClr val="011E6A"/>
                </a:solidFill>
                <a:latin typeface="Inter" pitchFamily="34" charset="0"/>
                <a:ea typeface="Inter" pitchFamily="34" charset="-122"/>
                <a:cs typeface="Inter" pitchFamily="34" charset="-120"/>
              </a:rPr>
              <a:t>Do not change:</a:t>
            </a:r>
            <a:endParaRPr lang="en-US" sz="1100" dirty="0"/>
          </a:p>
          <a:p>
            <a:pPr marL="342900" indent="-342900">
              <a:spcAft>
                <a:spcPts val="300"/>
              </a:spcAft>
              <a:buSzPct val="100000"/>
              <a:buChar char="•"/>
            </a:pPr>
            <a:r>
              <a:rPr lang="en-US" sz="1050" dirty="0">
                <a:solidFill>
                  <a:srgbClr val="16243B"/>
                </a:solidFill>
                <a:latin typeface="Inter" pitchFamily="34" charset="0"/>
                <a:ea typeface="Inter" pitchFamily="34" charset="-122"/>
                <a:cs typeface="Inter" pitchFamily="34" charset="-120"/>
              </a:rPr>
              <a:t>The token text itself — TITLE, IMAGE, COMMENT, PAGE, DECK_TITLE, DECK_SUB (each wrapped in double curly braces)</a:t>
            </a:r>
            <a:endParaRPr lang="en-US" sz="1100" dirty="0"/>
          </a:p>
          <a:p>
            <a:pPr marL="342900" indent="-342900">
              <a:spcAft>
                <a:spcPts val="300"/>
              </a:spcAft>
              <a:buSzPct val="100000"/>
              <a:buChar char="•"/>
            </a:pPr>
            <a:r>
              <a:rPr lang="en-US" sz="1050" dirty="0">
                <a:solidFill>
                  <a:srgbClr val="16243B"/>
                </a:solidFill>
                <a:latin typeface="Inter" pitchFamily="34" charset="0"/>
                <a:ea typeface="Inter" pitchFamily="34" charset="-122"/>
                <a:cs typeface="Inter" pitchFamily="34" charset="-120"/>
              </a:rPr>
              <a:t>The LAYOUT: line in each slide's speaker notes — that is how the builder finds the slide</a:t>
            </a:r>
            <a:endParaRPr lang="en-US" sz="1100" dirty="0"/>
          </a:p>
          <a:p>
            <a:pPr marL="342900" indent="-342900">
              <a:spcAft>
                <a:spcPts val="1200"/>
              </a:spcAft>
              <a:buSzPct val="100000"/>
              <a:buChar char="•"/>
            </a:pPr>
            <a:r>
              <a:rPr lang="en-US" sz="1050" dirty="0">
                <a:solidFill>
                  <a:srgbClr val="16243B"/>
                </a:solidFill>
                <a:latin typeface="Inter" pitchFamily="34" charset="0"/>
                <a:ea typeface="Inter" pitchFamily="34" charset="-122"/>
                <a:cs typeface="Inter" pitchFamily="34" charset="-120"/>
              </a:rPr>
              <a:t>An image box must be ONE shape with the token as its text — not a rectangle with a text box on top</a:t>
            </a:r>
            <a:endParaRPr lang="en-US" sz="1100" dirty="0"/>
          </a:p>
          <a:p>
            <a:pPr indent="0" marL="0">
              <a:buNone/>
            </a:pPr>
            <a:r>
              <a:rPr lang="en-US" sz="1050" dirty="0">
                <a:solidFill>
                  <a:srgbClr val="5C6B82"/>
                </a:solidFill>
                <a:latin typeface="Inter" pitchFamily="34" charset="0"/>
                <a:ea typeface="Inter" pitchFamily="34" charset="-122"/>
                <a:cs typeface="Inter" pitchFamily="34" charset="-120"/>
              </a:rPr>
              <a:t>The image box is a guide, not a frame. The picture is scaled to fit inside it and centred, so its own shape is never distorted — a short wide table will leave space above and below.</a:t>
            </a:r>
            <a:endParaRPr lang="en-US" sz="1100" dirty="0"/>
          </a:p>
        </p:txBody>
      </p:sp>
      <p:sp>
        <p:nvSpPr>
          <p:cNvPr id="4" name="Shape 2"/>
          <p:cNvSpPr/>
          <p:nvPr/>
        </p:nvSpPr>
        <p:spPr>
          <a:xfrm>
            <a:off x="411480" y="804672"/>
            <a:ext cx="8321040" cy="0"/>
          </a:xfrm>
          <a:prstGeom prst="line">
            <a:avLst/>
          </a:prstGeom>
          <a:noFill/>
          <a:ln w="12700">
            <a:solidFill>
              <a:srgbClr val="DCE6F2"/>
            </a:solidFill>
            <a:prstDash val="solid"/>
          </a:ln>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Slides>
  <Notes>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vt:i4>
      </vt:variant>
    </vt:vector>
  </HeadingPairs>
  <TitlesOfParts>
    <vt:vector size="8" baseType="lpstr">
      <vt:lpstr>Arial</vt:lpstr>
      <vt:lpstr>Calibri</vt:lpstr>
      <vt:lpstr>Office Theme</vt:lpstr>
      <vt:lpstr>Slide 1</vt:lpstr>
      <vt:lpstr>Slide 2</vt:lpstr>
      <vt:lpstr>Slide 3</vt:lpstr>
      <vt:lpstr>Slide 4</vt:lpstr>
      <vt:lpstr>Slide 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Amrize Deck Builder — template</dc:title>
  <dc:subject>PptxGenJS Presentation</dc:subject>
  <dc:creator>Amrize Commercial Suite</dc:creator>
  <cp:lastModifiedBy>Amrize Commercial Suite</cp:lastModifiedBy>
  <cp:revision>1</cp:revision>
  <dcterms:created xsi:type="dcterms:W3CDTF">2026-08-13T13:39:21Z</dcterms:created>
  <dcterms:modified xsi:type="dcterms:W3CDTF">2026-08-13T13:39:21Z</dcterms:modified>
</cp:coreProperties>
</file>